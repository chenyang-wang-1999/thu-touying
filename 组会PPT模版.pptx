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A2930EE-BF4F-499E-A2A4-B92BC0F8647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4"/>
    <p:restoredTop sz="86378"/>
  </p:normalViewPr>
  <p:slideViewPr>
    <p:cSldViewPr snapToGrid="0" snapToObjects="1">
      <p:cViewPr varScale="1">
        <p:scale>
          <a:sx n="96" d="100"/>
          <a:sy n="96" d="100"/>
        </p:scale>
        <p:origin x="748" y="4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C2D888-9505-ACB8-D1D4-D634F140A05E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91B0E912-AAE0-BB4E-6570-86C4AF5724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3815" y="389487"/>
            <a:ext cx="3940098" cy="949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1152939"/>
            <a:ext cx="10521387" cy="4843669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Font typeface="Wingdings" panose="05000000000000000000" pitchFamily="2" charset="2"/>
              <a:buChar char="u"/>
              <a:defRPr sz="2000" baseline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20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895269" y="75159"/>
            <a:ext cx="8335408" cy="68280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D50B745B-2414-DFB6-628D-556034791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3688" y="79396"/>
            <a:ext cx="1696278" cy="665313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EDECBE8-A898-B18F-47AE-6233FF120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491" y="82061"/>
            <a:ext cx="2817536" cy="68280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895269" y="75159"/>
            <a:ext cx="8335408" cy="68280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D50B745B-2414-DFB6-628D-556034791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3688" y="79396"/>
            <a:ext cx="1696278" cy="665313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EDECBE8-A898-B18F-47AE-6233FF120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491" y="82061"/>
            <a:ext cx="2817536" cy="68280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2800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200776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/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029260D-27D8-7452-7EB2-CBB2D865D7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6" y="2094395"/>
            <a:ext cx="7905750" cy="2432050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1200"/>
              </a:spcBef>
              <a:spcAft>
                <a:spcPts val="1200"/>
              </a:spcAft>
              <a:defRPr sz="2800" baseline="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FontTx/>
              <a:buNone/>
              <a:defRPr sz="24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副标题</a:t>
            </a:r>
            <a:endParaRPr lang="en-US" altLang="zh-CN" dirty="0"/>
          </a:p>
          <a:p>
            <a:pPr lvl="0"/>
            <a:r>
              <a:rPr lang="zh-CN" altLang="en-US" dirty="0"/>
              <a:t>正标题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977542-0BF0-8D82-3908-9C1F866A5FF8}"/>
              </a:ext>
            </a:extLst>
          </p:cNvPr>
          <p:cNvSpPr txBox="1"/>
          <p:nvPr userDrawn="1"/>
        </p:nvSpPr>
        <p:spPr>
          <a:xfrm>
            <a:off x="1447386" y="644427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CONTENTS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2C4287-069E-C992-E094-80218A4C6D36}"/>
              </a:ext>
            </a:extLst>
          </p:cNvPr>
          <p:cNvSpPr txBox="1"/>
          <p:nvPr userDrawn="1"/>
        </p:nvSpPr>
        <p:spPr>
          <a:xfrm>
            <a:off x="1447386" y="644426"/>
            <a:ext cx="2441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CONTENTS</a:t>
            </a:r>
            <a:endParaRPr lang="zh-CN" altLang="en-US" sz="3200" dirty="0">
              <a:solidFill>
                <a:schemeClr val="accent1"/>
              </a:solidFill>
            </a:endParaRPr>
          </a:p>
        </p:txBody>
      </p:sp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B0E848DE-61B3-E203-3192-385DE0CB2D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3815" y="389487"/>
            <a:ext cx="3940098" cy="9499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4D8F97-D1C6-7436-A0E9-856B1D31EBB6}"/>
              </a:ext>
            </a:extLst>
          </p:cNvPr>
          <p:cNvSpPr/>
          <p:nvPr userDrawn="1"/>
        </p:nvSpPr>
        <p:spPr>
          <a:xfrm>
            <a:off x="0" y="0"/>
            <a:ext cx="12192000" cy="833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1776001" y="75159"/>
            <a:ext cx="8639998" cy="682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600F42-AE3B-8209-0A5C-688739B9D956}"/>
              </a:ext>
            </a:extLst>
          </p:cNvPr>
          <p:cNvSpPr/>
          <p:nvPr userDrawn="1"/>
        </p:nvSpPr>
        <p:spPr>
          <a:xfrm>
            <a:off x="0" y="6427304"/>
            <a:ext cx="12192000" cy="430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2F8DDF-9C20-CBE3-8E9F-AA5BA937AA3D}"/>
              </a:ext>
            </a:extLst>
          </p:cNvPr>
          <p:cNvSpPr txBox="1"/>
          <p:nvPr userDrawn="1"/>
        </p:nvSpPr>
        <p:spPr>
          <a:xfrm>
            <a:off x="11655288" y="644718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B7D0A65-90BD-40A1-BC03-5CC09FFB787C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2800" b="0" kern="1200" cap="all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39545-FC61-7D01-D5DB-FE278E114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中文标题  </a:t>
            </a:r>
            <a:r>
              <a:rPr lang="en-US" altLang="zh-CN" dirty="0"/>
              <a:t>English title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45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03EF58-F572-5DD5-014F-88FDD2607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6" y="2511839"/>
            <a:ext cx="7905750" cy="2432050"/>
          </a:xfrm>
        </p:spPr>
        <p:txBody>
          <a:bodyPr/>
          <a:lstStyle/>
          <a:p>
            <a:r>
              <a:rPr lang="zh-CN" altLang="en-US" dirty="0"/>
              <a:t>第一部分：</a:t>
            </a:r>
            <a:r>
              <a:rPr lang="en-US" altLang="zh-CN" dirty="0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pPr lvl="1"/>
            <a:r>
              <a:rPr lang="en-US" altLang="zh-CN" dirty="0" err="1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r>
              <a:rPr lang="zh-CN" altLang="en-US" dirty="0"/>
              <a:t>第二部分：</a:t>
            </a:r>
            <a:r>
              <a:rPr lang="en-US" altLang="zh-CN" dirty="0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r>
              <a:rPr lang="en-US" altLang="zh-CN" dirty="0"/>
              <a:t>Sec. III: xxx of xxx</a:t>
            </a:r>
          </a:p>
          <a:p>
            <a:r>
              <a:rPr lang="en-US" altLang="zh-CN" dirty="0"/>
              <a:t>Sec. IV: xxx of xxx</a:t>
            </a:r>
          </a:p>
          <a:p>
            <a:r>
              <a:rPr lang="en-US" altLang="zh-CN" dirty="0"/>
              <a:t>Sec. V: xxx of 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259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73591A-22D6-C790-7602-1E3896B16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852E33-34FB-9CAD-DB3A-792AFFB4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xxxx</a:t>
            </a:r>
            <a:r>
              <a:rPr lang="en-US" altLang="zh-CN" dirty="0"/>
              <a:t> of xxx and xxx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73BCA80-1731-4D64-0F62-43AD967152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Part 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957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0E80-F718-F8A7-1391-425A9DB2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6586A-CFBA-6ABC-EA2B-F16D39C51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也可以把校徽页换成“清华大学”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60C962-D559-9C11-CA6D-9AD43CAA1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27" y="4245561"/>
            <a:ext cx="2538904" cy="107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9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F965-C7EF-3077-1728-F437BF76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729E7A-3360-F17A-0465-30DDA1175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7386" y="2511839"/>
            <a:ext cx="7905750" cy="2432050"/>
          </a:xfrm>
        </p:spPr>
        <p:txBody>
          <a:bodyPr/>
          <a:lstStyle/>
          <a:p>
            <a:r>
              <a:rPr lang="zh-CN" altLang="en-US" dirty="0"/>
              <a:t>第一部分：</a:t>
            </a:r>
            <a:r>
              <a:rPr lang="en-US" altLang="zh-CN" dirty="0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pPr lvl="1"/>
            <a:r>
              <a:rPr lang="en-US" altLang="zh-CN" dirty="0" err="1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r>
              <a:rPr lang="zh-CN" altLang="en-US" dirty="0"/>
              <a:t>第二部分：</a:t>
            </a:r>
            <a:r>
              <a:rPr lang="en-US" altLang="zh-CN" dirty="0"/>
              <a:t>xxx</a:t>
            </a:r>
            <a:r>
              <a:rPr lang="zh-CN" altLang="en-US" dirty="0"/>
              <a:t>的</a:t>
            </a:r>
            <a:r>
              <a:rPr lang="en-US" altLang="zh-CN" dirty="0" err="1"/>
              <a:t>xxxx</a:t>
            </a:r>
            <a:endParaRPr lang="en-US" altLang="zh-CN" dirty="0"/>
          </a:p>
          <a:p>
            <a:r>
              <a:rPr lang="en-US" altLang="zh-CN" dirty="0"/>
              <a:t>Sec. III: xxx of xxx</a:t>
            </a:r>
          </a:p>
          <a:p>
            <a:r>
              <a:rPr lang="en-US" altLang="zh-CN" dirty="0"/>
              <a:t>Sec. IV: xxx of xxx</a:t>
            </a:r>
          </a:p>
          <a:p>
            <a:r>
              <a:rPr lang="en-US" altLang="zh-CN" dirty="0"/>
              <a:t>Sec. V: xxx of xxx</a:t>
            </a:r>
            <a:endParaRPr lang="zh-CN" altLang="en-US" dirty="0"/>
          </a:p>
        </p:txBody>
      </p:sp>
      <p:pic>
        <p:nvPicPr>
          <p:cNvPr id="2" name="图片 1" descr="图片包含 图示&#10;&#10;AI 生成的内容可能不正确。">
            <a:extLst>
              <a:ext uri="{FF2B5EF4-FFF2-40B4-BE49-F238E27FC236}">
                <a16:creationId xmlns:a16="http://schemas.microsoft.com/office/drawing/2014/main" id="{402AA772-B93C-D94E-73D5-CDBF953C8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815" y="389487"/>
            <a:ext cx="3940098" cy="94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53897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清华配色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91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Arial</vt:lpstr>
      <vt:lpstr>Wingdings</vt:lpstr>
      <vt:lpstr>Wingdings 2</vt:lpstr>
      <vt:lpstr>清华简约主题-扁平-16:9</vt:lpstr>
      <vt:lpstr>中文标题  English title</vt:lpstr>
      <vt:lpstr>PowerPoint 演示文稿</vt:lpstr>
      <vt:lpstr>xxxx of xxx and xxx</vt:lpstr>
      <vt:lpstr>也可以把校徽页换成“清华大学”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晨阳 王</cp:lastModifiedBy>
  <cp:revision>1318</cp:revision>
  <cp:lastPrinted>2020-04-04T02:50:00Z</cp:lastPrinted>
  <dcterms:created xsi:type="dcterms:W3CDTF">2020-01-04T07:43:00Z</dcterms:created>
  <dcterms:modified xsi:type="dcterms:W3CDTF">2026-04-22T13:23:47Z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90458E46C23E4612BCEBBB2ABF79E00F</vt:lpwstr>
  </property>
  <property fmtid="{D5CDD505-2E9C-101B-9397-08002B2CF9AE}" pid="3" name="KSOProductBuildVer">
    <vt:lpwstr>2052-11.1.0.11194</vt:lpwstr>
  </property>
</Properties>
</file>